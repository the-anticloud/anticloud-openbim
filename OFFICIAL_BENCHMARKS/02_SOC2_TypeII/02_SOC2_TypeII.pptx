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2026-10-02T09:25:42.564410Z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c689ebb206a69e7adee2d54249794ef9f43477f3222df49a469d55b72554f915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2026-10-02T09:25:42.564410Z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