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2026-10-02T09:25:42.814269Z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071359e320324bbbfd91705a0736040ed2b9a9bde117c1b583a3f5572c9d9fd7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2026-10-02T09:25:42.814269Z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