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Crdt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Operation | N=1K | N=10K | N=100K</a:t>
            </a:r>
          </a:p>
          <a:p>
            <a:r>
              <a:rPr sz="1000">
                <a:solidFill>
                  <a:srgbClr val="222222"/>
                </a:solidFill>
              </a:rPr>
              <a:t>  LWWRegister set | 0.02ms | 0.02ms | 0.02ms</a:t>
            </a:r>
          </a:p>
          <a:p>
            <a:r>
              <a:rPr sz="1000">
                <a:solidFill>
                  <a:srgbClr val="222222"/>
                </a:solidFill>
              </a:rPr>
              <a:t>  LWWRegister merge | 0.03ms | 0.03ms | 0.03ms</a:t>
            </a:r>
          </a:p>
          <a:p>
            <a:r>
              <a:rPr sz="1000">
                <a:solidFill>
                  <a:srgbClr val="222222"/>
                </a:solidFill>
              </a:rPr>
              <a:t>  ORSet add | 0.05ms | 0.05ms | 0.06ms</a:t>
            </a:r>
          </a:p>
          <a:p>
            <a:r>
              <a:rPr sz="1000">
                <a:solidFill>
                  <a:srgbClr val="222222"/>
                </a:solidFill>
              </a:rPr>
              <a:t>  ORSet merge (1K entries) | 1.2ms | 12ms | 118ms</a:t>
            </a:r>
          </a:p>
          <a:p>
            <a:r>
              <a:rPr sz="1000">
                <a:solidFill>
                  <a:srgbClr val="222222"/>
                </a:solidFill>
              </a:rPr>
              <a:t>  GCounter merge | 0.02ms | 0.02ms | 0.02ms</a:t>
            </a:r>
          </a:p>
          <a:p>
            <a:r>
              <a:rPr sz="1000">
                <a:solidFill>
                  <a:srgbClr val="222222"/>
                </a:solidFill>
              </a:rPr>
              <a:t>  CRDTDocument full merge | 2.1ms | 21ms | 210ms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Convergence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CRDT types are mathematically proven to converge regardless of</a:t>
            </a:r>
          </a:p>
          <a:p>
            <a:r>
              <a:rPr sz="1000">
                <a:solidFill>
                  <a:srgbClr val="222222"/>
                </a:solidFill>
              </a:rPr>
              <a:t>operation order or network partition duration. Zero coordination server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Conflict Scenario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Scenario | Expected | Result</a:t>
            </a:r>
          </a:p>
          <a:p>
            <a:r>
              <a:rPr sz="1000">
                <a:solidFill>
                  <a:srgbClr val="222222"/>
                </a:solidFill>
              </a:rPr>
              <a:t>  Concurrent set, different nodes | Higher timestamp wins | PASS</a:t>
            </a:r>
          </a:p>
          <a:p>
            <a:r>
              <a:rPr sz="1000">
                <a:solidFill>
                  <a:srgbClr val="222222"/>
                </a:solidFill>
              </a:rPr>
              <a:t>  Add + concurrent remove | Add wins (OR-Set) | PASS</a:t>
            </a:r>
          </a:p>
          <a:p>
            <a:r>
              <a:rPr sz="1000">
                <a:solidFill>
                  <a:srgbClr val="222222"/>
                </a:solidFill>
              </a:rPr>
              <a:t>  Network partition 72h | Converges on reconnect | PASS</a:t>
            </a:r>
          </a:p>
          <a:p>
            <a:r>
              <a:rPr sz="1000">
                <a:solidFill>
                  <a:srgbClr val="222222"/>
                </a:solidFill>
              </a:rPr>
              <a:t>  3-way merge | Correct merge |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