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2026-10-02T09:25:42.419495Z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f51d570f1a03a563eb4e598ded714a85114025a8557d945572075df6c024c18d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2026-10-02T09:25:42.419495Z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